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Logo_Yellow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9260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373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 | Chicago 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23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44.5%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$986,747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23.3%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$516,141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RS5W40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yal Purple Whit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274320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1645920"/>
            <a:ext cx="4572000" cy="4572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23</a:t>
            </a:r>
          </a:p>
        </p:txBody>
      </p:sp>
      <p:pic>
        <p:nvPicPr>
          <p:cNvPr id="9" name="Picture 8" descr="Royal Purple White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42%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47%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Royal Purple products represent 73%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Royal Purple products represent 67%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Royal Purple products represent 47%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Royal Purple products represent 47%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RP0W20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18000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RP5W20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Royal Purple products represent 58%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RS0W20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11722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RS5W20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HMX0W20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HMX5W30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revenue.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"/>
            <a:ext cx="182880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23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Logo_Yellow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74320"/>
            <a:ext cx="32918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Installer Program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23</a:t>
            </a:r>
          </a:p>
        </p:txBody>
      </p:sp>
      <p:pic>
        <p:nvPicPr>
          <p:cNvPr id="20" name="Picture 1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87468"/>
            <a:ext cx="1005840" cy="164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