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Installer Program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25</a:t>
            </a:r>
          </a:p>
        </p:txBody>
      </p:sp>
      <p:pic>
        <p:nvPicPr>
          <p:cNvPr id="22" name="Picture 21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15,023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$147.57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11,171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06697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32777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49794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4020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30878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4866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229914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5994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04322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9309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11372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7452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991806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7886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$2.22M across 12 locations with 15,023 oil changes at an average of $147.57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$517,911 in revenue (23.4% of network total) and 3,312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32.2%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$42,737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11,171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34053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3453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40884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0284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19.3%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40415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3355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07452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6852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00365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9765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8.8%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$517,911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3,312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23.4%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$427,558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2,709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$157.83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19.3%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$391,940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2,797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$194,309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1,352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8.8%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$90,905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4.1%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$88,129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585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$150.65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$86,424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$141.45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3.9%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$71,452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3.2%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$61,331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444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$138.13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2.8%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$42,737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$140.58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1.9%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7079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683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1771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758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70275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8793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148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528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39147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7518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329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9011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306443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2483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1428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0324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59331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99350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0208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8125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65288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1328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5480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0847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590411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96451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682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74294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54016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46204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59187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7911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29039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079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0093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6972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2860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9206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47336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3376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2937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9796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5061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56652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24.9%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$553,072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B85A"/>
                </a:solidFill>
                <a:latin typeface="Calibri"/>
              </a:rPr>
              <a:t>ABE Consumer Distribution Territory Map</a:t>
            </a:r>
          </a:p>
        </p:txBody>
      </p:sp>
      <p:pic>
        <p:nvPicPr>
          <p:cNvPr id="5" name="Picture 4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pic>
        <p:nvPicPr>
          <p:cNvPr id="6" name="Picture 5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9227"/>
            <a:ext cx="8229600" cy="23937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8B85A"/>
                </a:solidFill>
                <a:latin typeface="Calibri"/>
              </a:rPr>
              <a:t>ABE Consumer Distribution Territory Map</a:t>
            </a:r>
          </a:p>
        </p:txBody>
      </p:sp>
      <p:pic>
        <p:nvPicPr>
          <p:cNvPr id="5" name="Picture 4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pic>
        <p:nvPicPr>
          <p:cNvPr id="6" name="Picture 5" descr="download_(3)_17726643026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97280"/>
            <a:ext cx="36576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25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$517,911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23.4% of total network revenue. With 3,312 oil changes and an average ticket of $156.37, Orland Park Oil N Go leads in the network. Royal Purple High products represent 40%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$427,558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$157.83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62633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661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48886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2914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48687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7150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25758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786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10608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636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19.3% of total network revenue. With 2,709 oil changes and an average ticket of $157.83, Lube Master Oil Change ranks #2 in the network. Royal Purple High products represent 43%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$391,940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17.7% of total network revenue. With 2,797 oil changes and an average ticket of $140.13, Palos Oil &amp; Lube ranks #3 in the network. High Mileage products represent 52%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9.1%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$194,309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825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2278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41231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259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8.8% of total network revenue. With 1,352 oil changes and an average ticket of $143.72, Aurora Oil &amp; Lube ranks #5 in the network. High Mileage products represent 56%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2736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764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1889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917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4.1% of total network revenue. With 614 oil changes and an average ticket of $148.05, Duke Palatine ranks #6 in the network. Max-Clean products represent 73%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$88,129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$150.65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585 oil changes and an average ticket of $150.65, Duke Westmont 1 ranks #7 in the network. Max-Clean products represent 67%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$86,424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3512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7540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$3,956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3.9% of total network revenue. With 611 oil changes and an average ticket of $141.45, Duke Westmont 2 ranks #8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$71,452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3.2% of total network revenue. With 559 oil changes and an average ticket of $127.82, Duke Cal City ranks #9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$61,331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$138.13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848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50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2014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042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2.8% of total network revenue. With 444 oil changes and an average ticket of $138.13, Duke S. Holland ranks #10 in the network. Royal Purple High products represent 44%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30616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6448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20427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4455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$42,737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1.9% of total network revenue. With 304 oil changes and an average ticket of $140.58, Duke Plymouth ranks #12 in the network. Royal Purple High products represent 57%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24 / 25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Installer Program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$2.22M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15,023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$147.57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25 / 25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